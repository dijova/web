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3716000"/>
  <p:notesSz cx="1371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37744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38100">
            <a:solidFill>
              <a:srgbClr val="0F9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502920"/>
            <a:ext cx="1737360" cy="1737360"/>
          </a:xfrm>
          <a:prstGeom prst="ellipse">
            <a:avLst/>
          </a:prstGeom>
          <a:solidFill>
            <a:srgbClr val="F4B4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601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5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 TRAVEL AGENCY PRESENTS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8686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9A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 Aruba!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373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Aruba is a small island in the Caribbean Sea. It is sunny, hot and beautiful. Come and have fun!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6E7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Oranjestad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3317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6E7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Money: Aruban florin (AWG)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23317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6E7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Languages: Papiamento, Dutch, English, Spanish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397764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CFE3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3218688"/>
            <a:ext cx="502920" cy="502920"/>
          </a:xfrm>
          <a:prstGeom prst="ellipse">
            <a:avLst/>
          </a:prstGeom>
          <a:solidFill>
            <a:srgbClr val="0F9A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337560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5880" y="3200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352044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85800" y="3931920"/>
            <a:ext cx="1124712" cy="914400"/>
          </a:xfrm>
          <a:prstGeom prst="roundRect">
            <a:avLst>
              <a:gd name="adj" fmla="val 12000"/>
            </a:avLst>
          </a:prstGeom>
          <a:solidFill>
            <a:srgbClr val="E3F4F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5800" y="400507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30°C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4462272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hot.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1901952" y="3931920"/>
            <a:ext cx="1124712" cy="914400"/>
          </a:xfrm>
          <a:prstGeom prst="roundRect">
            <a:avLst>
              <a:gd name="adj" fmla="val 12000"/>
            </a:avLst>
          </a:prstGeom>
          <a:solidFill>
            <a:srgbClr val="E3F4F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901952" y="400507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Sunny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1901952" y="4462272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sunny.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118104" y="3931920"/>
            <a:ext cx="1124712" cy="914400"/>
          </a:xfrm>
          <a:prstGeom prst="roundRect">
            <a:avLst>
              <a:gd name="adj" fmla="val 12000"/>
            </a:avLst>
          </a:prstGeom>
          <a:solidFill>
            <a:srgbClr val="E3F4F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118104" y="4005072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Windy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3118104" y="4462272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windy.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85800" y="49834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sunny all year. It doesn't rain a lot. There aren't many hurricanes in Aruba.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09160" y="3017520"/>
            <a:ext cx="397764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CFE3E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937760" y="3218688"/>
            <a:ext cx="502920" cy="502920"/>
          </a:xfrm>
          <a:prstGeom prst="ellipse">
            <a:avLst/>
          </a:prstGeom>
          <a:solidFill>
            <a:srgbClr val="E2553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3337560"/>
            <a:ext cx="265176" cy="26517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577840" y="3200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Places &amp; activities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5577840" y="352044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25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/ THERE ARE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4937760" y="38862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beautiful beaches: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Eagle Beach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Beach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can swim and sunbathe.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national park: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Arikok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can walk and see caves.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Pool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can swim in it.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big lighthouse: the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Lighthouse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pink flamingos on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Flamingo Beach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snorkel, dive, surf and shop in Oranjestad.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57200" y="6263640"/>
            <a:ext cx="3977640" cy="265176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CFE3E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85800" y="6464808"/>
            <a:ext cx="502920" cy="502920"/>
          </a:xfrm>
          <a:prstGeom prst="ellipse">
            <a:avLst/>
          </a:prstGeom>
          <a:solidFill>
            <a:srgbClr val="F4B41A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6583680"/>
            <a:ext cx="265176" cy="26517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325880" y="6446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Clothes &amp; packing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325880" y="67665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685800" y="7132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light clothes. Don't pack a coat!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685800" y="745236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T-shirts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1874520" y="745236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3063240" y="745236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swimsuit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685800" y="779983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sandals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1874520" y="779983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sun hat</a:t>
            </a:r>
            <a:endParaRPr lang="en-US" sz="1050" dirty="0"/>
          </a:p>
        </p:txBody>
      </p:sp>
      <p:sp>
        <p:nvSpPr>
          <p:cNvPr id="43" name="Text 37"/>
          <p:cNvSpPr txBox="1"/>
          <p:nvPr/>
        </p:nvSpPr>
        <p:spPr>
          <a:xfrm>
            <a:off x="3063240" y="779983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sunglasses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685800" y="8147304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sunscreen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8147304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towel</a:t>
            </a:r>
            <a:endParaRPr lang="en-US" sz="1050" dirty="0"/>
          </a:p>
        </p:txBody>
      </p:sp>
      <p:sp>
        <p:nvSpPr>
          <p:cNvPr id="46" name="Text 40"/>
          <p:cNvSpPr txBox="1"/>
          <p:nvPr/>
        </p:nvSpPr>
        <p:spPr>
          <a:xfrm>
            <a:off x="3063240" y="8147304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trainers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685800" y="849477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</a:t>
            </a:r>
            <a:endParaRPr lang="en-US" sz="1050" dirty="0"/>
          </a:p>
        </p:txBody>
      </p:sp>
      <p:sp>
        <p:nvSpPr>
          <p:cNvPr id="48" name="Text 42"/>
          <p:cNvSpPr txBox="1"/>
          <p:nvPr/>
        </p:nvSpPr>
        <p:spPr>
          <a:xfrm>
            <a:off x="1874520" y="849477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passport</a:t>
            </a:r>
            <a:endParaRPr lang="en-US" sz="1050" dirty="0"/>
          </a:p>
        </p:txBody>
      </p:sp>
      <p:sp>
        <p:nvSpPr>
          <p:cNvPr id="49" name="Text 43"/>
          <p:cNvSpPr txBox="1"/>
          <p:nvPr/>
        </p:nvSpPr>
        <p:spPr>
          <a:xfrm>
            <a:off x="3063240" y="8494776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0F9A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book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4709160" y="6263640"/>
            <a:ext cx="3977640" cy="265176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CFE3E8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937760" y="6464808"/>
            <a:ext cx="502920" cy="502920"/>
          </a:xfrm>
          <a:prstGeom prst="ellipse">
            <a:avLst/>
          </a:prstGeom>
          <a:solidFill>
            <a:srgbClr val="0F9AA8"/>
          </a:solidFill>
          <a:ln/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6583680"/>
            <a:ext cx="265176" cy="265176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5577840" y="6446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800" dirty="0"/>
          </a:p>
        </p:txBody>
      </p:sp>
      <p:sp>
        <p:nvSpPr>
          <p:cNvPr id="54" name="Text 47"/>
          <p:cNvSpPr txBox="1"/>
          <p:nvPr/>
        </p:nvSpPr>
        <p:spPr>
          <a:xfrm>
            <a:off x="5577840" y="67665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4937760" y="71323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by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Queen Beatrix Airport.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your hotel.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the beaches. It is cheap.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a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a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jeep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visit the park.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a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take the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Oranjestad.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boat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go snorkelling.</a:t>
            </a:r>
            <a:endParaRPr lang="en-US" sz="1150" dirty="0"/>
          </a:p>
        </p:txBody>
      </p:sp>
      <p:sp>
        <p:nvSpPr>
          <p:cNvPr id="56" name="Shape 49"/>
          <p:cNvSpPr/>
          <p:nvPr/>
        </p:nvSpPr>
        <p:spPr>
          <a:xfrm>
            <a:off x="457200" y="9144000"/>
            <a:ext cx="397764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FE3E8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685800" y="9345168"/>
            <a:ext cx="502920" cy="502920"/>
          </a:xfrm>
          <a:prstGeom prst="ellipse">
            <a:avLst/>
          </a:prstGeom>
          <a:solidFill>
            <a:srgbClr val="E2553F"/>
          </a:solidFill>
          <a:ln/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9464040"/>
            <a:ext cx="265176" cy="265176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1325880" y="9326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hotel room</a:t>
            </a:r>
            <a:endParaRPr lang="en-US" sz="1800" dirty="0"/>
          </a:p>
        </p:txBody>
      </p:sp>
      <p:sp>
        <p:nvSpPr>
          <p:cNvPr id="60" name="Text 52"/>
          <p:cNvSpPr txBox="1"/>
          <p:nvPr/>
        </p:nvSpPr>
        <p:spPr>
          <a:xfrm>
            <a:off x="1325880" y="96469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255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</a:t>
            </a:r>
            <a:endParaRPr lang="en-US" sz="900" dirty="0"/>
          </a:p>
        </p:txBody>
      </p:sp>
      <p:sp>
        <p:nvSpPr>
          <p:cNvPr id="61" name="Text 53"/>
          <p:cNvSpPr txBox="1"/>
          <p:nvPr/>
        </p:nvSpPr>
        <p:spPr>
          <a:xfrm>
            <a:off x="685800" y="10012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room, there is:</a:t>
            </a:r>
            <a:endParaRPr lang="en-US" sz="1200" dirty="0"/>
          </a:p>
        </p:txBody>
      </p:sp>
      <p:sp>
        <p:nvSpPr>
          <p:cNvPr id="62" name="Text 54"/>
          <p:cNvSpPr txBox="1"/>
          <p:nvPr/>
        </p:nvSpPr>
        <p:spPr>
          <a:xfrm>
            <a:off x="685800" y="103327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 bed, a sofa, a wardrobe and a desk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TV, a fridge and air conditioning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bathroom with a shower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balcony with a sea view!</a:t>
            </a:r>
            <a:endParaRPr lang="en-US" sz="1150" dirty="0"/>
          </a:p>
        </p:txBody>
      </p:sp>
      <p:sp>
        <p:nvSpPr>
          <p:cNvPr id="63" name="Shape 55"/>
          <p:cNvSpPr/>
          <p:nvPr/>
        </p:nvSpPr>
        <p:spPr>
          <a:xfrm>
            <a:off x="4709160" y="9144000"/>
            <a:ext cx="397764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FE3E8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4937760" y="9345168"/>
            <a:ext cx="502920" cy="502920"/>
          </a:xfrm>
          <a:prstGeom prst="ellipse">
            <a:avLst/>
          </a:prstGeom>
          <a:solidFill>
            <a:srgbClr val="F4B41A"/>
          </a:solidFill>
          <a:ln/>
        </p:spPr>
      </p:sp>
      <p:pic>
        <p:nvPicPr>
          <p:cNvPr id="6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32" y="9464040"/>
            <a:ext cx="265176" cy="265176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5577840" y="9326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Hotel services</a:t>
            </a:r>
            <a:endParaRPr lang="en-US" sz="1800" dirty="0"/>
          </a:p>
        </p:txBody>
      </p:sp>
      <p:sp>
        <p:nvSpPr>
          <p:cNvPr id="67" name="Text 58"/>
          <p:cNvSpPr txBox="1"/>
          <p:nvPr/>
        </p:nvSpPr>
        <p:spPr>
          <a:xfrm>
            <a:off x="5577840" y="964692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4937760" y="10012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hotel, there are:</a:t>
            </a:r>
            <a:endParaRPr lang="en-US" sz="1200" dirty="0"/>
          </a:p>
        </p:txBody>
      </p:sp>
      <p:sp>
        <p:nvSpPr>
          <p:cNvPr id="69" name="Text 60"/>
          <p:cNvSpPr txBox="1"/>
          <p:nvPr/>
        </p:nvSpPr>
        <p:spPr>
          <a:xfrm>
            <a:off x="4937760" y="103327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swimming pools and a gym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restaurant and a bar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Wi-Fi and parking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23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spa and a kids' club</a:t>
            </a:r>
            <a:endParaRPr lang="en-US" sz="1150" dirty="0"/>
          </a:p>
        </p:txBody>
      </p:sp>
      <p:sp>
        <p:nvSpPr>
          <p:cNvPr id="70" name="Text 61"/>
          <p:cNvSpPr txBox="1"/>
          <p:nvPr/>
        </p:nvSpPr>
        <p:spPr>
          <a:xfrm>
            <a:off x="4937760" y="11155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breakfast every day. There is room service 24 hours.</a:t>
            </a:r>
            <a:endParaRPr lang="en-US" sz="1050" dirty="0"/>
          </a:p>
        </p:txBody>
      </p:sp>
      <p:sp>
        <p:nvSpPr>
          <p:cNvPr id="71" name="Shape 62"/>
          <p:cNvSpPr/>
          <p:nvPr/>
        </p:nvSpPr>
        <p:spPr>
          <a:xfrm>
            <a:off x="457200" y="11932920"/>
            <a:ext cx="8229600" cy="1325880"/>
          </a:xfrm>
          <a:prstGeom prst="roundRect">
            <a:avLst>
              <a:gd name="adj" fmla="val 17241"/>
            </a:avLst>
          </a:prstGeom>
          <a:solidFill>
            <a:srgbClr val="E2553F"/>
          </a:solidFill>
          <a:ln/>
        </p:spPr>
      </p:sp>
      <p:sp>
        <p:nvSpPr>
          <p:cNvPr id="72" name="Text 63"/>
          <p:cNvSpPr txBox="1"/>
          <p:nvPr/>
        </p:nvSpPr>
        <p:spPr>
          <a:xfrm>
            <a:off x="777240" y="1207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Travel tips</a:t>
            </a:r>
            <a:endParaRPr lang="en-US" sz="2000" dirty="0"/>
          </a:p>
        </p:txBody>
      </p:sp>
      <p:sp>
        <p:nvSpPr>
          <p:cNvPr id="73" name="Text 64"/>
          <p:cNvSpPr txBox="1"/>
          <p:nvPr/>
        </p:nvSpPr>
        <p:spPr>
          <a:xfrm>
            <a:off x="777240" y="12435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 sunscreen every day.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 a lot of water.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touch the coral.</a:t>
            </a:r>
            <a:endParaRPr lang="en-US" sz="1200" dirty="0"/>
          </a:p>
        </p:txBody>
      </p:sp>
      <p:sp>
        <p:nvSpPr>
          <p:cNvPr id="74" name="Text 65"/>
          <p:cNvSpPr txBox="1"/>
          <p:nvPr/>
        </p:nvSpPr>
        <p:spPr>
          <a:xfrm>
            <a:off x="4709160" y="12435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feed the flamingos.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local food: pastechi!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lot of photos!</a:t>
            </a:r>
            <a:endParaRPr lang="en-US" sz="1200" dirty="0"/>
          </a:p>
        </p:txBody>
      </p:sp>
      <p:sp>
        <p:nvSpPr>
          <p:cNvPr id="75" name="Text 66"/>
          <p:cNvSpPr txBox="1"/>
          <p:nvPr/>
        </p:nvSpPr>
        <p:spPr>
          <a:xfrm>
            <a:off x="457200" y="1330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your trip today!  ·  Sunny Travel Agency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 Aruba!</dc:title>
  <dc:subject>PptxGenJS Presentation</dc:subject>
  <dc:creator>PptxGenJS</dc:creator>
  <cp:lastModifiedBy>PptxGenJS</cp:lastModifiedBy>
  <cp:revision>1</cp:revision>
  <dcterms:created xsi:type="dcterms:W3CDTF">2026-09-29T05:33:15Z</dcterms:created>
  <dcterms:modified xsi:type="dcterms:W3CDTF">2026-09-29T05:33:15Z</dcterms:modified>
</cp:coreProperties>
</file>